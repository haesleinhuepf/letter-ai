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FE55-5871-096C-0245-6F0D2521F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E2E40-880C-EFF2-1D0A-415525DCA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9144F-4550-5379-7292-005F50DA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49CAE-5F1B-EFB5-6470-1226EA5A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2B52F-008E-C370-2569-7E2CD99D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08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D66B-A329-3EDB-9F8C-B7C19A33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45539-8619-A8AE-3F68-425840BFC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DB296-9150-C255-0FE7-80F5D090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BA70F-7894-435D-E880-4472769E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CAA9B-2E43-D2F2-1E40-9376FABE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02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F248-7FB9-E88B-E799-E241F72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73917-EFF1-6756-FAC6-ED061CF9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944F0-B6D7-CAA6-BE4F-F0F35851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6E37E-CBD1-3669-401F-ABA3F52A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341D5-3C86-F071-0E85-496DEBC2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58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ECFF-36A5-C7A8-11AD-35E22132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EC28-94B2-43EB-87ED-B6989C66D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D6F06-747F-CEB6-7EEB-A98358541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195DC-6B79-C1B9-99AB-513A0049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C0173-5C8F-DA8D-2C1F-1260A53F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5FD89-E4D0-8A53-B27E-6E964701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89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3CA0-E03E-40E2-D6E7-AB7328FA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901EA-BFCE-7A7B-B6A7-1B88E7127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64FBF-D02C-1AD9-1198-06C2CC372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17AB9-6773-266E-F851-6E59A1BFE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F36C7-D201-F7A1-88C0-274C0E713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0D32F-CD37-F598-DC70-5AFEA611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C5540-40BD-222B-503E-3CEBD9CE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450C2-7609-9AD0-0424-2F636BAD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326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6663-8154-F488-8239-37EE0461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496FE-9F9A-1DB5-1680-5493137E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E9757-0277-2E86-A2A0-6962B277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C193C-16D4-C0C1-F0E4-952B817A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50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13287-A248-66D4-6351-15E27E68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18EF4-65D3-7F71-A68E-259DBEBA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08CE7-DE55-0BA5-BE19-83306BBA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05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4505-92F7-8664-E6DF-F58588D1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FFE3-7027-F4E9-4195-F92291376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739D9-F5D8-74AB-C083-561BD8BA3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632D3-B324-44E4-CB8E-BD4D5AC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18252-C71A-EE04-F5B8-F955964A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C2403-FB13-346F-2E78-3DC14285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47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4A92-1872-95CF-6E55-2161C676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7F8A5-E5B0-C85B-F0B3-3D613C70F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26D1B-5AF5-FCD0-B393-D5558CA21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80777-F5B0-ECEE-E9AF-C4333843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DA308-F2B8-C777-9D81-A59DADBC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98AAC-6EE1-DF25-845A-245ECA2C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42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E17D-A339-ABEB-362F-B361E32C7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BD239-4ED4-F8BF-0413-779D24D7B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ECECF-98B1-16AD-D04A-37F8A17F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FF212-C3B2-C450-E57E-37471BB7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CD2A-AA69-27C4-7C3E-E046C48E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612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FCCDB-26AD-B198-CBE7-B34AAE70F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1527B-06CF-6ADB-A37E-61D286830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2A27C-5767-11CB-A853-CE354D5E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CEC6-4686-01EE-02DB-75972953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E1C68-F02F-9BBD-CC0F-1D36D5F8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430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1B307-1DC1-7911-BFA4-1F2DD556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BAE32-0642-7042-9F8B-A26A56EE0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2A5AE-B350-9622-42F6-79B98A80B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E43F6-95B6-4E95-86F0-1F9445DE4541}" type="datetimeFigureOut">
              <a:rPr lang="de-DE" smtClean="0"/>
              <a:t>26.08.2026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F9D06-76AB-5F31-B01C-3BA1DCCCD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AFE95-591D-527A-16C3-8EECBC952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CAC57-8B05-47C7-B939-95B5EF0D323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07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Arrow: Right 79">
            <a:extLst>
              <a:ext uri="{FF2B5EF4-FFF2-40B4-BE49-F238E27FC236}">
                <a16:creationId xmlns:a16="http://schemas.microsoft.com/office/drawing/2014/main" id="{DADEFE1D-52CB-F0E1-621B-C2D12EBAE95E}"/>
              </a:ext>
            </a:extLst>
          </p:cNvPr>
          <p:cNvSpPr/>
          <p:nvPr/>
        </p:nvSpPr>
        <p:spPr>
          <a:xfrm>
            <a:off x="4340793" y="3061038"/>
            <a:ext cx="793262" cy="625457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write</a:t>
            </a:r>
            <a:endParaRPr lang="de-DE" sz="14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6BCE06-5FE3-F6A5-7EE4-760893F2B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7" y="2155129"/>
            <a:ext cx="2992485" cy="25477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137BE8-8D74-8BEE-A930-AB069D755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66" y="535129"/>
            <a:ext cx="4068540" cy="566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4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Haase, Robert</dc:creator>
  <cp:lastModifiedBy>Haase, Robert</cp:lastModifiedBy>
  <cp:revision>4</cp:revision>
  <dcterms:created xsi:type="dcterms:W3CDTF">2026-08-13T10:02:24Z</dcterms:created>
  <dcterms:modified xsi:type="dcterms:W3CDTF">2026-08-26T13:23:15Z</dcterms:modified>
</cp:coreProperties>
</file>