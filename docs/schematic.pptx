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FB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1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316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9EFE55-5871-096C-0245-6F0D2521F1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7E2E40-880C-EFF2-1D0A-415525DCA0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A9144F-4550-5379-7292-005F50DA68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E43F6-95B6-4E95-86F0-1F9445DE4541}" type="datetimeFigureOut">
              <a:rPr lang="de-DE" smtClean="0"/>
              <a:t>26.08.2026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49CAE-5F1B-EFB5-6470-1226EA5AA5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92B52F-008E-C370-2569-7E2CD99D6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CAC57-8B05-47C7-B939-95B5EF0D323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330877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ED66B-A329-3EDB-9F8C-B7C19A33A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F45539-8619-A8AE-3F68-425840BFCA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7DB296-9150-C255-0FE7-80F5D090C6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E43F6-95B6-4E95-86F0-1F9445DE4541}" type="datetimeFigureOut">
              <a:rPr lang="de-DE" smtClean="0"/>
              <a:t>26.08.2026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8BA70F-7894-435D-E880-4472769EC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ACAA9B-2E43-D2F2-1E40-9376FABE3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CAC57-8B05-47C7-B939-95B5EF0D323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500280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81F248-7FB9-E88B-E799-E241F721AF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473917-EFF1-6756-FAC6-ED061CF9E8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9944F0-B6D7-CAA6-BE4F-F0F3585177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E43F6-95B6-4E95-86F0-1F9445DE4541}" type="datetimeFigureOut">
              <a:rPr lang="de-DE" smtClean="0"/>
              <a:t>26.08.2026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86E37E-CBD1-3669-401F-ABA3F52A1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6341D5-3C86-F071-0E85-496DEBC23D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CAC57-8B05-47C7-B939-95B5EF0D323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075895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5ECFF-36A5-C7A8-11AD-35E221323A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ADEC28-94B2-43EB-87ED-B6989C66DC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DD6F06-747F-CEB6-7EEB-A98358541B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F195DC-6B79-C1B9-99AB-513A0049EB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E43F6-95B6-4E95-86F0-1F9445DE4541}" type="datetimeFigureOut">
              <a:rPr lang="de-DE" smtClean="0"/>
              <a:t>26.08.2026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3C0173-5C8F-DA8D-2C1F-1260A53F1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85FD89-E4D0-8A53-B27E-6E964701B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CAC57-8B05-47C7-B939-95B5EF0D323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638983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13CA0-E03E-40E2-D6E7-AB7328FA7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3901EA-BFCE-7A7B-B6A7-1B88E71271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264FBF-D02C-1AD9-1198-06C2CC372B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8417AB9-6773-266E-F851-6E59A1BFE5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B1F36C7-D201-F7A1-88C0-274C0E713D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FC0D32F-CD37-F598-DC70-5AFEA61111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E43F6-95B6-4E95-86F0-1F9445DE4541}" type="datetimeFigureOut">
              <a:rPr lang="de-DE" smtClean="0"/>
              <a:t>26.08.2026</a:t>
            </a:fld>
            <a:endParaRPr lang="de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D0C5540-40BD-222B-503E-3CEBD9CEC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F7450C2-7609-9AD0-0424-2F636BAD9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CAC57-8B05-47C7-B939-95B5EF0D323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532683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96663-8154-F488-8239-37EE0461B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9496FE-9F9A-1DB5-1680-5493137ED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E43F6-95B6-4E95-86F0-1F9445DE4541}" type="datetimeFigureOut">
              <a:rPr lang="de-DE" smtClean="0"/>
              <a:t>26.08.2026</a:t>
            </a:fld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CE9757-0277-2E86-A2A0-6962B277D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1C193C-16D4-C0C1-F0E4-952B817A9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CAC57-8B05-47C7-B939-95B5EF0D323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375052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2E13287-A248-66D4-6351-15E27E68D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E43F6-95B6-4E95-86F0-1F9445DE4541}" type="datetimeFigureOut">
              <a:rPr lang="de-DE" smtClean="0"/>
              <a:t>26.08.2026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C18EF4-65D3-7F71-A68E-259DBEBAA7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408CE7-DE55-0BA5-BE19-83306BBAC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CAC57-8B05-47C7-B939-95B5EF0D323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00523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A84505-92F7-8664-E6DF-F58588D1E7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1FFFE3-7027-F4E9-4195-F922913767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5739D9-F5D8-74AB-C083-561BD8BA3E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E632D3-B324-44E4-CB8E-BD4D5AC919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E43F6-95B6-4E95-86F0-1F9445DE4541}" type="datetimeFigureOut">
              <a:rPr lang="de-DE" smtClean="0"/>
              <a:t>26.08.2026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E18252-C71A-EE04-F5B8-F955964A6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2C2403-FB13-346F-2E78-3DC142853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CAC57-8B05-47C7-B939-95B5EF0D323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844773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A04A92-1872-95CF-6E55-2161C676A5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DC7F8A5-E5B0-C85B-F0B3-3D613C70F2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026D1B-5AF5-FCD0-B393-D5558CA216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D80777-F5B0-ECEE-E9AF-C43338430C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E43F6-95B6-4E95-86F0-1F9445DE4541}" type="datetimeFigureOut">
              <a:rPr lang="de-DE" smtClean="0"/>
              <a:t>26.08.2026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DDA308-F2B8-C777-9D81-A59DADBCA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F98AAC-6EE1-DF25-845A-245ECA2C3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CAC57-8B05-47C7-B939-95B5EF0D323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584216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9E17D-A339-ABEB-362F-B361E32C7A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FBD239-4ED4-F8BF-0413-779D24D7B9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2ECECF-98B1-16AD-D04A-37F8A17F56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E43F6-95B6-4E95-86F0-1F9445DE4541}" type="datetimeFigureOut">
              <a:rPr lang="de-DE" smtClean="0"/>
              <a:t>26.08.2026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0FF212-C3B2-C450-E57E-37471BB71B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B1CD2A-AA69-27C4-7C3E-E046C48ED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CAC57-8B05-47C7-B939-95B5EF0D323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661205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7EFCCDB-26AD-B198-CBE7-B34AAE70F68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B1527B-06CF-6ADB-A37E-61D2868303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2A27C-5767-11CB-A853-CE354D5E4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E43F6-95B6-4E95-86F0-1F9445DE4541}" type="datetimeFigureOut">
              <a:rPr lang="de-DE" smtClean="0"/>
              <a:t>26.08.2026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41CEC6-4686-01EE-02DB-75972953D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9E1C68-F02F-9BBD-CC0F-1D36D5F83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CAC57-8B05-47C7-B939-95B5EF0D323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844309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B1B307-1DC1-7911-BFA4-1F2DD55668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9BAE32-0642-7042-9F8B-A26A56EE0D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62A5AE-B350-9622-42F6-79B98A80B1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6E43F6-95B6-4E95-86F0-1F9445DE4541}" type="datetimeFigureOut">
              <a:rPr lang="de-DE" smtClean="0"/>
              <a:t>26.08.2026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2F9D06-76AB-5F31-B01C-3BA1DCCCD8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9AFE95-591D-527A-16C3-8EECBC9524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FCAC57-8B05-47C7-B939-95B5EF0D323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810783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Rectangle: Rounded Corners 75">
            <a:extLst>
              <a:ext uri="{FF2B5EF4-FFF2-40B4-BE49-F238E27FC236}">
                <a16:creationId xmlns:a16="http://schemas.microsoft.com/office/drawing/2014/main" id="{92218461-395C-8904-4416-AA2328C7F190}"/>
              </a:ext>
            </a:extLst>
          </p:cNvPr>
          <p:cNvSpPr/>
          <p:nvPr/>
        </p:nvSpPr>
        <p:spPr>
          <a:xfrm>
            <a:off x="8204285" y="5825622"/>
            <a:ext cx="371812" cy="38751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400"/>
          </a:p>
        </p:txBody>
      </p:sp>
      <p:sp>
        <p:nvSpPr>
          <p:cNvPr id="77" name="Rectangle: Rounded Corners 76">
            <a:extLst>
              <a:ext uri="{FF2B5EF4-FFF2-40B4-BE49-F238E27FC236}">
                <a16:creationId xmlns:a16="http://schemas.microsoft.com/office/drawing/2014/main" id="{71D3F5FD-A4D2-DFE7-6E93-9F8C8BA5D992}"/>
              </a:ext>
            </a:extLst>
          </p:cNvPr>
          <p:cNvSpPr/>
          <p:nvPr/>
        </p:nvSpPr>
        <p:spPr>
          <a:xfrm>
            <a:off x="5959751" y="3766006"/>
            <a:ext cx="371812" cy="38751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400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80081C10-5B5F-33FB-72FD-8AD189245F1C}"/>
              </a:ext>
            </a:extLst>
          </p:cNvPr>
          <p:cNvSpPr/>
          <p:nvPr/>
        </p:nvSpPr>
        <p:spPr>
          <a:xfrm>
            <a:off x="6690545" y="2822908"/>
            <a:ext cx="3450835" cy="202882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dirty="0"/>
              <a:t>Long-term storage</a:t>
            </a:r>
            <a:endParaRPr lang="de-DE" dirty="0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374DBE4D-FB26-9022-8FAE-0DA0F13E4261}"/>
              </a:ext>
            </a:extLst>
          </p:cNvPr>
          <p:cNvSpPr/>
          <p:nvPr/>
        </p:nvSpPr>
        <p:spPr>
          <a:xfrm>
            <a:off x="4397927" y="704440"/>
            <a:ext cx="3251400" cy="202882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dirty="0"/>
              <a:t>Temporary storage</a:t>
            </a:r>
            <a:endParaRPr lang="de-DE" dirty="0"/>
          </a:p>
        </p:txBody>
      </p:sp>
      <p:sp>
        <p:nvSpPr>
          <p:cNvPr id="80" name="Arrow: Right 79">
            <a:extLst>
              <a:ext uri="{FF2B5EF4-FFF2-40B4-BE49-F238E27FC236}">
                <a16:creationId xmlns:a16="http://schemas.microsoft.com/office/drawing/2014/main" id="{DADEFE1D-52CB-F0E1-621B-C2D12EBAE95E}"/>
              </a:ext>
            </a:extLst>
          </p:cNvPr>
          <p:cNvSpPr/>
          <p:nvPr/>
        </p:nvSpPr>
        <p:spPr>
          <a:xfrm>
            <a:off x="5691040" y="1502787"/>
            <a:ext cx="793262" cy="625457"/>
          </a:xfrm>
          <a:prstGeom prst="rightArrow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i="1" dirty="0"/>
              <a:t>read</a:t>
            </a:r>
            <a:endParaRPr lang="de-DE" sz="1400" i="1" dirty="0"/>
          </a:p>
        </p:txBody>
      </p:sp>
      <p:sp>
        <p:nvSpPr>
          <p:cNvPr id="81" name="Scroll: Vertical 80">
            <a:extLst>
              <a:ext uri="{FF2B5EF4-FFF2-40B4-BE49-F238E27FC236}">
                <a16:creationId xmlns:a16="http://schemas.microsoft.com/office/drawing/2014/main" id="{E097CC89-36A1-0179-D36E-0C5B9441AB72}"/>
              </a:ext>
            </a:extLst>
          </p:cNvPr>
          <p:cNvSpPr/>
          <p:nvPr/>
        </p:nvSpPr>
        <p:spPr>
          <a:xfrm>
            <a:off x="4532694" y="1207856"/>
            <a:ext cx="1261673" cy="1215319"/>
          </a:xfrm>
          <a:prstGeom prst="verticalScroll">
            <a:avLst/>
          </a:prstGeom>
          <a:solidFill>
            <a:schemeClr val="accent2">
              <a:lumMod val="75000"/>
            </a:schemeClr>
          </a:solidFill>
          <a:ln>
            <a:solidFill>
              <a:srgbClr val="BFBFB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Personal letters</a:t>
            </a:r>
            <a:endParaRPr lang="de-DE" sz="1400" dirty="0"/>
          </a:p>
        </p:txBody>
      </p:sp>
      <p:sp>
        <p:nvSpPr>
          <p:cNvPr id="82" name="Scroll: Vertical 81">
            <a:extLst>
              <a:ext uri="{FF2B5EF4-FFF2-40B4-BE49-F238E27FC236}">
                <a16:creationId xmlns:a16="http://schemas.microsoft.com/office/drawing/2014/main" id="{C19894F1-8CC6-86A6-A7DB-D28BE908E9B3}"/>
              </a:ext>
            </a:extLst>
          </p:cNvPr>
          <p:cNvSpPr/>
          <p:nvPr/>
        </p:nvSpPr>
        <p:spPr>
          <a:xfrm>
            <a:off x="6892975" y="3318694"/>
            <a:ext cx="1261673" cy="1215319"/>
          </a:xfrm>
          <a:prstGeom prst="verticalScroll">
            <a:avLst/>
          </a:prstGeom>
          <a:solidFill>
            <a:schemeClr val="accent6">
              <a:lumMod val="75000"/>
            </a:schemeClr>
          </a:solidFill>
          <a:ln>
            <a:solidFill>
              <a:srgbClr val="BFBFB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Synthetic letters</a:t>
            </a:r>
            <a:endParaRPr lang="de-DE" sz="1400" dirty="0"/>
          </a:p>
        </p:txBody>
      </p:sp>
      <p:sp>
        <p:nvSpPr>
          <p:cNvPr id="83" name="Scroll: Vertical 82">
            <a:extLst>
              <a:ext uri="{FF2B5EF4-FFF2-40B4-BE49-F238E27FC236}">
                <a16:creationId xmlns:a16="http://schemas.microsoft.com/office/drawing/2014/main" id="{A40FCF6B-F612-A32B-E468-F050EA24E7CA}"/>
              </a:ext>
            </a:extLst>
          </p:cNvPr>
          <p:cNvSpPr/>
          <p:nvPr/>
        </p:nvSpPr>
        <p:spPr>
          <a:xfrm>
            <a:off x="8831068" y="5365896"/>
            <a:ext cx="1261673" cy="1215319"/>
          </a:xfrm>
          <a:prstGeom prst="verticalScroll">
            <a:avLst/>
          </a:prstGeom>
          <a:solidFill>
            <a:schemeClr val="accent2">
              <a:lumMod val="75000"/>
            </a:schemeClr>
          </a:solidFill>
          <a:ln>
            <a:solidFill>
              <a:srgbClr val="BFBFB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Synthetic letter with personal data</a:t>
            </a:r>
            <a:endParaRPr lang="de-DE" sz="1400" dirty="0"/>
          </a:p>
        </p:txBody>
      </p:sp>
      <p:sp>
        <p:nvSpPr>
          <p:cNvPr id="84" name="Rectangle: Folded Corner 83">
            <a:extLst>
              <a:ext uri="{FF2B5EF4-FFF2-40B4-BE49-F238E27FC236}">
                <a16:creationId xmlns:a16="http://schemas.microsoft.com/office/drawing/2014/main" id="{B0F5A109-F879-F9A5-B48A-41F65CB6A9CF}"/>
              </a:ext>
            </a:extLst>
          </p:cNvPr>
          <p:cNvSpPr/>
          <p:nvPr/>
        </p:nvSpPr>
        <p:spPr>
          <a:xfrm>
            <a:off x="6868120" y="5536061"/>
            <a:ext cx="1002337" cy="874990"/>
          </a:xfrm>
          <a:prstGeom prst="foldedCorner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Personal</a:t>
            </a:r>
          </a:p>
          <a:p>
            <a:pPr algn="ctr"/>
            <a:r>
              <a:rPr lang="en-US" sz="1400" dirty="0"/>
              <a:t>bullet points</a:t>
            </a:r>
            <a:endParaRPr lang="de-DE" sz="1400" dirty="0"/>
          </a:p>
        </p:txBody>
      </p:sp>
      <p:sp>
        <p:nvSpPr>
          <p:cNvPr id="85" name="Rectangle: Folded Corner 84">
            <a:extLst>
              <a:ext uri="{FF2B5EF4-FFF2-40B4-BE49-F238E27FC236}">
                <a16:creationId xmlns:a16="http://schemas.microsoft.com/office/drawing/2014/main" id="{25D27FE0-28D1-D5DB-9A50-F8320F7DDADA}"/>
              </a:ext>
            </a:extLst>
          </p:cNvPr>
          <p:cNvSpPr/>
          <p:nvPr/>
        </p:nvSpPr>
        <p:spPr>
          <a:xfrm>
            <a:off x="6525597" y="1378019"/>
            <a:ext cx="1002337" cy="874990"/>
          </a:xfrm>
          <a:prstGeom prst="foldedCorner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Personal</a:t>
            </a:r>
          </a:p>
          <a:p>
            <a:pPr algn="ctr"/>
            <a:r>
              <a:rPr lang="en-US" sz="1400" dirty="0"/>
              <a:t>bullet points</a:t>
            </a:r>
            <a:endParaRPr lang="de-DE" sz="1400" dirty="0"/>
          </a:p>
        </p:txBody>
      </p:sp>
      <p:sp>
        <p:nvSpPr>
          <p:cNvPr id="86" name="Arrow: Right 85">
            <a:extLst>
              <a:ext uri="{FF2B5EF4-FFF2-40B4-BE49-F238E27FC236}">
                <a16:creationId xmlns:a16="http://schemas.microsoft.com/office/drawing/2014/main" id="{C4E0D3C6-7CC3-B6BA-3214-683301C8EBF2}"/>
              </a:ext>
            </a:extLst>
          </p:cNvPr>
          <p:cNvSpPr/>
          <p:nvPr/>
        </p:nvSpPr>
        <p:spPr>
          <a:xfrm>
            <a:off x="5483927" y="3613626"/>
            <a:ext cx="1540351" cy="625457"/>
          </a:xfrm>
          <a:prstGeom prst="rightArrow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i="1" dirty="0"/>
              <a:t>write</a:t>
            </a:r>
            <a:endParaRPr lang="de-DE" sz="1400" i="1" dirty="0"/>
          </a:p>
        </p:txBody>
      </p:sp>
      <p:sp>
        <p:nvSpPr>
          <p:cNvPr id="87" name="Rectangle: Folded Corner 86">
            <a:extLst>
              <a:ext uri="{FF2B5EF4-FFF2-40B4-BE49-F238E27FC236}">
                <a16:creationId xmlns:a16="http://schemas.microsoft.com/office/drawing/2014/main" id="{1692798A-D867-A1CC-7A2C-B3AF26D2B209}"/>
              </a:ext>
            </a:extLst>
          </p:cNvPr>
          <p:cNvSpPr/>
          <p:nvPr/>
        </p:nvSpPr>
        <p:spPr>
          <a:xfrm>
            <a:off x="8920251" y="3496487"/>
            <a:ext cx="1002337" cy="874990"/>
          </a:xfrm>
          <a:prstGeom prst="foldedCorner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Synthetic</a:t>
            </a:r>
          </a:p>
          <a:p>
            <a:pPr algn="ctr"/>
            <a:r>
              <a:rPr lang="en-US" sz="1400" dirty="0"/>
              <a:t>bullet points</a:t>
            </a:r>
            <a:endParaRPr lang="de-DE" sz="1400" dirty="0"/>
          </a:p>
        </p:txBody>
      </p:sp>
      <p:sp>
        <p:nvSpPr>
          <p:cNvPr id="88" name="Arrow: Right 87">
            <a:extLst>
              <a:ext uri="{FF2B5EF4-FFF2-40B4-BE49-F238E27FC236}">
                <a16:creationId xmlns:a16="http://schemas.microsoft.com/office/drawing/2014/main" id="{A576EA78-A376-5AAC-D473-4D4591539F62}"/>
              </a:ext>
            </a:extLst>
          </p:cNvPr>
          <p:cNvSpPr/>
          <p:nvPr/>
        </p:nvSpPr>
        <p:spPr>
          <a:xfrm>
            <a:off x="8053458" y="3590745"/>
            <a:ext cx="812356" cy="625457"/>
          </a:xfrm>
          <a:prstGeom prst="rightArrow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i="1" dirty="0"/>
              <a:t>read</a:t>
            </a:r>
            <a:endParaRPr lang="de-DE" sz="1400" i="1" dirty="0"/>
          </a:p>
        </p:txBody>
      </p:sp>
      <p:sp>
        <p:nvSpPr>
          <p:cNvPr id="89" name="Arrow: Right 88">
            <a:extLst>
              <a:ext uri="{FF2B5EF4-FFF2-40B4-BE49-F238E27FC236}">
                <a16:creationId xmlns:a16="http://schemas.microsoft.com/office/drawing/2014/main" id="{8E57B956-B0D6-08E6-9A40-5CFD3C2D9AB3}"/>
              </a:ext>
            </a:extLst>
          </p:cNvPr>
          <p:cNvSpPr/>
          <p:nvPr/>
        </p:nvSpPr>
        <p:spPr>
          <a:xfrm>
            <a:off x="7914650" y="5660827"/>
            <a:ext cx="1046086" cy="625457"/>
          </a:xfrm>
          <a:prstGeom prst="rightArrow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i="1" dirty="0"/>
              <a:t>write</a:t>
            </a:r>
            <a:endParaRPr lang="de-DE" sz="1400" i="1" dirty="0"/>
          </a:p>
        </p:txBody>
      </p:sp>
      <p:cxnSp>
        <p:nvCxnSpPr>
          <p:cNvPr id="90" name="Connector: Elbow 89">
            <a:extLst>
              <a:ext uri="{FF2B5EF4-FFF2-40B4-BE49-F238E27FC236}">
                <a16:creationId xmlns:a16="http://schemas.microsoft.com/office/drawing/2014/main" id="{43FB9051-747A-1728-FF16-81652E18C89B}"/>
              </a:ext>
            </a:extLst>
          </p:cNvPr>
          <p:cNvCxnSpPr>
            <a:cxnSpLocks/>
            <a:stCxn id="85" idx="2"/>
            <a:endCxn id="77" idx="0"/>
          </p:cNvCxnSpPr>
          <p:nvPr/>
        </p:nvCxnSpPr>
        <p:spPr>
          <a:xfrm rot="5400000">
            <a:off x="5829714" y="2568953"/>
            <a:ext cx="1512997" cy="881109"/>
          </a:xfrm>
          <a:prstGeom prst="bentConnector3">
            <a:avLst>
              <a:gd name="adj1" fmla="val 35311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: Elbow 90">
            <a:extLst>
              <a:ext uri="{FF2B5EF4-FFF2-40B4-BE49-F238E27FC236}">
                <a16:creationId xmlns:a16="http://schemas.microsoft.com/office/drawing/2014/main" id="{BD72588D-EA75-370F-CFFF-0C7C0AECA5ED}"/>
              </a:ext>
            </a:extLst>
          </p:cNvPr>
          <p:cNvCxnSpPr>
            <a:cxnSpLocks/>
            <a:stCxn id="81" idx="2"/>
            <a:endCxn id="77" idx="0"/>
          </p:cNvCxnSpPr>
          <p:nvPr/>
        </p:nvCxnSpPr>
        <p:spPr>
          <a:xfrm rot="16200000" flipH="1">
            <a:off x="4983179" y="2603527"/>
            <a:ext cx="1342831" cy="982126"/>
          </a:xfrm>
          <a:prstGeom prst="bentConnector3">
            <a:avLst>
              <a:gd name="adj1" fmla="val 26987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: Elbow 91">
            <a:extLst>
              <a:ext uri="{FF2B5EF4-FFF2-40B4-BE49-F238E27FC236}">
                <a16:creationId xmlns:a16="http://schemas.microsoft.com/office/drawing/2014/main" id="{8914D434-7068-DF9E-B178-59C92491D96E}"/>
              </a:ext>
            </a:extLst>
          </p:cNvPr>
          <p:cNvCxnSpPr>
            <a:cxnSpLocks/>
            <a:stCxn id="82" idx="2"/>
            <a:endCxn id="76" idx="0"/>
          </p:cNvCxnSpPr>
          <p:nvPr/>
        </p:nvCxnSpPr>
        <p:spPr>
          <a:xfrm rot="16200000" flipH="1">
            <a:off x="7311197" y="4746627"/>
            <a:ext cx="1291609" cy="866379"/>
          </a:xfrm>
          <a:prstGeom prst="bentConnector3">
            <a:avLst>
              <a:gd name="adj1" fmla="val 36234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: Elbow 92">
            <a:extLst>
              <a:ext uri="{FF2B5EF4-FFF2-40B4-BE49-F238E27FC236}">
                <a16:creationId xmlns:a16="http://schemas.microsoft.com/office/drawing/2014/main" id="{1FBDBDDD-62BD-A612-7956-AB45F1CAA134}"/>
              </a:ext>
            </a:extLst>
          </p:cNvPr>
          <p:cNvCxnSpPr>
            <a:cxnSpLocks/>
            <a:stCxn id="87" idx="2"/>
            <a:endCxn id="76" idx="0"/>
          </p:cNvCxnSpPr>
          <p:nvPr/>
        </p:nvCxnSpPr>
        <p:spPr>
          <a:xfrm rot="5400000">
            <a:off x="8178733" y="4582935"/>
            <a:ext cx="1454144" cy="1031229"/>
          </a:xfrm>
          <a:prstGeom prst="bentConnector3">
            <a:avLst>
              <a:gd name="adj1" fmla="val 43412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0F7B7617-B7CC-F74C-CD31-F2DE9DF19919}"/>
              </a:ext>
            </a:extLst>
          </p:cNvPr>
          <p:cNvCxnSpPr>
            <a:cxnSpLocks/>
          </p:cNvCxnSpPr>
          <p:nvPr/>
        </p:nvCxnSpPr>
        <p:spPr>
          <a:xfrm flipV="1">
            <a:off x="4331670" y="5169080"/>
            <a:ext cx="5809710" cy="18712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TextBox 94">
            <a:extLst>
              <a:ext uri="{FF2B5EF4-FFF2-40B4-BE49-F238E27FC236}">
                <a16:creationId xmlns:a16="http://schemas.microsoft.com/office/drawing/2014/main" id="{A64157DE-056A-295A-B185-875D92B23C38}"/>
              </a:ext>
            </a:extLst>
          </p:cNvPr>
          <p:cNvSpPr txBox="1"/>
          <p:nvPr/>
        </p:nvSpPr>
        <p:spPr>
          <a:xfrm>
            <a:off x="4331670" y="4874150"/>
            <a:ext cx="17312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Setup-phase</a:t>
            </a:r>
            <a:endParaRPr lang="de-DE" sz="1400" dirty="0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1ECEC345-2652-8218-88EE-C0A484A3BA40}"/>
              </a:ext>
            </a:extLst>
          </p:cNvPr>
          <p:cNvSpPr txBox="1"/>
          <p:nvPr/>
        </p:nvSpPr>
        <p:spPr>
          <a:xfrm>
            <a:off x="4331670" y="5205059"/>
            <a:ext cx="17312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Use-phase</a:t>
            </a:r>
            <a:endParaRPr lang="de-DE" sz="1400" dirty="0"/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BE829365-8DDC-3225-057B-31A6F06A8721}"/>
              </a:ext>
            </a:extLst>
          </p:cNvPr>
          <p:cNvSpPr/>
          <p:nvPr/>
        </p:nvSpPr>
        <p:spPr>
          <a:xfrm>
            <a:off x="4416981" y="5988876"/>
            <a:ext cx="2067322" cy="307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May contain personal data</a:t>
            </a:r>
            <a:endParaRPr lang="de-DE" sz="1200" dirty="0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94A258FE-368B-2762-28CF-C000C29264FE}"/>
              </a:ext>
            </a:extLst>
          </p:cNvPr>
          <p:cNvSpPr/>
          <p:nvPr/>
        </p:nvSpPr>
        <p:spPr>
          <a:xfrm>
            <a:off x="4416534" y="6286283"/>
            <a:ext cx="2067322" cy="30777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Contains only synthetic data</a:t>
            </a:r>
            <a:endParaRPr lang="de-DE" sz="1200" dirty="0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49988016-FF26-9699-EDDB-342217E2FC6E}"/>
              </a:ext>
            </a:extLst>
          </p:cNvPr>
          <p:cNvSpPr txBox="1"/>
          <p:nvPr/>
        </p:nvSpPr>
        <p:spPr>
          <a:xfrm>
            <a:off x="4342457" y="5694768"/>
            <a:ext cx="8690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Legend</a:t>
            </a:r>
            <a:endParaRPr lang="de-DE" sz="1400" dirty="0"/>
          </a:p>
        </p:txBody>
      </p:sp>
      <p:sp>
        <p:nvSpPr>
          <p:cNvPr id="106" name="Rectangle: Folded Corner 105">
            <a:extLst>
              <a:ext uri="{FF2B5EF4-FFF2-40B4-BE49-F238E27FC236}">
                <a16:creationId xmlns:a16="http://schemas.microsoft.com/office/drawing/2014/main" id="{5A4D5D44-DE05-A361-4D8A-E12822F9309B}"/>
              </a:ext>
            </a:extLst>
          </p:cNvPr>
          <p:cNvSpPr/>
          <p:nvPr/>
        </p:nvSpPr>
        <p:spPr>
          <a:xfrm>
            <a:off x="4422531" y="3488858"/>
            <a:ext cx="1002337" cy="874990"/>
          </a:xfrm>
          <a:prstGeom prst="foldedCorner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Synthetic</a:t>
            </a:r>
          </a:p>
          <a:p>
            <a:pPr algn="ctr"/>
            <a:r>
              <a:rPr lang="en-US" sz="1400" dirty="0"/>
              <a:t>bullet points</a:t>
            </a:r>
            <a:endParaRPr lang="de-DE" sz="1400" dirty="0"/>
          </a:p>
        </p:txBody>
      </p:sp>
    </p:spTree>
    <p:extLst>
      <p:ext uri="{BB962C8B-B14F-4D97-AF65-F5344CB8AC3E}">
        <p14:creationId xmlns:p14="http://schemas.microsoft.com/office/powerpoint/2010/main" val="29163469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</Words>
  <Application>Microsoft Office PowerPoint</Application>
  <PresentationFormat>Widescreen</PresentationFormat>
  <Paragraphs>22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Haase, Robert</dc:creator>
  <cp:lastModifiedBy>Haase, Robert</cp:lastModifiedBy>
  <cp:revision>2</cp:revision>
  <dcterms:created xsi:type="dcterms:W3CDTF">2026-08-13T10:02:24Z</dcterms:created>
  <dcterms:modified xsi:type="dcterms:W3CDTF">2026-08-26T13:10:04Z</dcterms:modified>
</cp:coreProperties>
</file>